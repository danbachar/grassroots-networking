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not a survey project. The deliverable is an algorithm — NAT detection without designated servers — validated against a proper oracle. The survey falls out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point of the slide is that the no-infrastructure claim is falsifiable, and nobody has tried to falsify it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constant here was read out of the source, not the design docs. 10 s announce is also the de facto NAT keepalive — there is no dedicated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is a real defect, confirmed in source at grassroots_network.dart:3369-3373, and it is also the cleanest motivation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Ranked by how much each blocks a decision. The instrumentation gap is the one that makes the paper impossible, not just the product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step here is what the current code actually does, traced through the source. The last line is the important one — success teaches us nothing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contamination guard is the single most important design point in the project. Without it the field results are wrong in a direction that looks like good news.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revision 1 was written before anyone read the transport source. That is fine — it is why we read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RQ2 is the one with a real chance of a surprising answer: witness availability may dominate everything else, and that finding is more useful to us than the accuracy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claim is the algorithm. Broader testbed coverage — more carriers, more countries via travelling handsets — is explicitly if-time-permits; six months does not hold both. Each added SIM is another stratum cell, not more generality.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fact that the audit turned up three production defects on the way. The project pays for itself before it starts.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1554480"/>
            <a:ext cx="1371600" cy="54864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848088" y="2103120"/>
            <a:ext cx="667512" cy="8229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48088" y="2926080"/>
            <a:ext cx="1033272" cy="521208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64040" y="4114800"/>
            <a:ext cx="978408" cy="612648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0" y="2532888"/>
            <a:ext cx="594360" cy="1581912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89720" y="141732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78440" y="196596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10928" y="278892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81360" y="3310128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0" y="397764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42448" y="4590288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32520" y="2395728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1600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PROJECT  ·  GRASSROOTS NETWORKING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205740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what</a:t>
            </a:r>
            <a:endParaRPr lang="en-US" sz="4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currently guess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548640" y="3886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detection and hole-punching, using your friends instead of servers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5806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Bachar</a:t>
            </a:r>
            <a:pPr indent="0" marL="0">
              <a:buNone/>
            </a:pPr>
            <a:r>
              <a:rPr lang="en-US" sz="13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dan.bachar@campus.technion.ac.il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Grassroots Networking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05200" cy="3063240"/>
          </a:xfrm>
          <a:prstGeom prst="roundRect">
            <a:avLst>
              <a:gd name="adj" fmla="val 1791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377440"/>
            <a:ext cx="457200" cy="45720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035808"/>
            <a:ext cx="286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infrastructure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286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go straight from sender to recipient. No relay ever carries another peer's traffic — that is the founding claim, and every server we add erodes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1584" y="2011680"/>
            <a:ext cx="3505200" cy="3063240"/>
          </a:xfrm>
          <a:prstGeom prst="roundRect">
            <a:avLst>
              <a:gd name="adj" fmla="val 1791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1624" y="2377440"/>
            <a:ext cx="457200" cy="45720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1624" y="3035808"/>
            <a:ext cx="286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transports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11624" y="3493008"/>
            <a:ext cx="286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for peers in range, UDP/UDX for everyone else. Same interface: connect, send, receive. BLE wins when both are available.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34528" y="2011680"/>
            <a:ext cx="3505200" cy="3063240"/>
          </a:xfrm>
          <a:prstGeom prst="roundRect">
            <a:avLst>
              <a:gd name="adj" fmla="val 1791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4568" y="2377440"/>
            <a:ext cx="457200" cy="45720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54568" y="3035808"/>
            <a:ext cx="286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is a key pair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54568" y="3493008"/>
            <a:ext cx="286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Ed25519 public key is the peer. Nicknames are cosmetic; every trust decision is a signature check.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 transport is where this project lives — and it is the half we have never measured.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today when two peers connect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048256" cy="2103120"/>
          </a:xfrm>
          <a:prstGeom prst="roundRect">
            <a:avLst>
              <a:gd name="adj" fmla="val 267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224028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my address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32735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to seeip.org,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5 min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78608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798064" y="2057400"/>
            <a:ext cx="2048256" cy="2103120"/>
          </a:xfrm>
          <a:prstGeom prst="roundRect">
            <a:avLst>
              <a:gd name="adj" fmla="val 267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99232" y="224028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9923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9232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99232" y="32735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 every 10 s,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signed, with candidates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047488" y="2057400"/>
            <a:ext cx="2048256" cy="2103120"/>
          </a:xfrm>
          <a:prstGeom prst="roundRect">
            <a:avLst>
              <a:gd name="adj" fmla="val 267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48656" y="224028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48656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48656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one target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248656" y="32735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link-local &gt; IPv6 &gt; IPv4,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pair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077456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296912" y="2057400"/>
            <a:ext cx="2048256" cy="2103120"/>
          </a:xfrm>
          <a:prstGeom prst="roundRect">
            <a:avLst>
              <a:gd name="adj" fmla="val 267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224028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9808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498080" y="32735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36-byte packet,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 at 200 ms ≈ 10 sent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326880" y="288036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9546336" y="2057400"/>
            <a:ext cx="2048256" cy="2103120"/>
          </a:xfrm>
          <a:prstGeom prst="roundRect">
            <a:avLst>
              <a:gd name="adj" fmla="val 267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47504" y="224028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4750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7504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 UDX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747504" y="32735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attempt,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timeout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0E8"/>
          </a:solidFill>
          <a:ln w="6350">
            <a:solidFill>
              <a:srgbClr val="FBF0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754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this path never does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68680" y="510235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the NAT-mapped port. </a:t>
            </a:r>
            <a:pPr indent="0" marL="0">
              <a:buNone/>
            </a:pPr>
            <a:r>
              <a:rPr lang="en-US" sz="1250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advertise our public IP paired with our </a:t>
            </a:r>
            <a:pPr indent="0" marL="0">
              <a:buNone/>
            </a:pPr>
            <a:r>
              <a:rPr lang="en-US" sz="1250" i="1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pPr indent="0" marL="0">
              <a:buNone/>
            </a:pPr>
            <a:r>
              <a:rPr lang="en-US" sz="1250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port — a guess.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68680" y="537667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whether the punch worked. </a:t>
            </a:r>
            <a:pPr indent="0" marL="0">
              <a:buNone/>
            </a:pPr>
            <a:r>
              <a:rPr lang="en-US" sz="1250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closed-loop mode has no production caller and cannot run — the multiplexer owns socket reads.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" y="565099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anything. </a:t>
            </a:r>
            <a:pPr indent="0" marL="0">
              <a:buNone/>
            </a:pPr>
            <a:r>
              <a:rPr lang="en-US" sz="1250" dirty="0">
                <a:solidFill>
                  <a:srgbClr val="4A3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timestamps, no attempt id; the reducer discards the failure reason. Nothing is measurable after the fact.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BOOLEAN, TWO WRONG ANSWERS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blind spot that bites hardest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phone behind carrier NAT asks seeip.org for its address. It gets the carrier’s outer public IP — it never sees its own 100.64 inner address. So it advertises a globally routable IP, and every peer agrees: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25323F"/>
          </a:solidFill>
          <a:ln w="6350">
            <a:solidFill>
              <a:srgbClr val="2532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52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isWellConnected = true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tells the user they are well-connected.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26060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3A2A22"/>
          </a:solidFill>
          <a:ln w="6350">
            <a:solidFill>
              <a:srgbClr val="3A2A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2788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twice over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084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advertised port is the local port, not the mapped one — and the carrier NAT will not accept unsolicited inbound at all.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2519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live behaviours run off that false positive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4764024"/>
            <a:ext cx="146304" cy="146304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6817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pre-connect punch is suppressed for peers that look public — so it is skipped for exactly the peers that need 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94360" y="5166360"/>
            <a:ext cx="146304" cy="146304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5084064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phone starts acting as an address reflector and rendezvous facilitator for its friends.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5568696"/>
            <a:ext cx="146304" cy="146304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anywhere distinguishes “has a public IP” from “is reachable at that ip:port.”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know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440680" cy="1600200"/>
          </a:xfrm>
          <a:prstGeom prst="roundRect">
            <a:avLst>
              <a:gd name="adj" fmla="val 342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350008"/>
            <a:ext cx="310896" cy="310896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23134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NAT classification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25880" y="271576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line of code determines mapping or filtering behaviour. A routability check on a string stands in for it.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5440680" cy="1600200"/>
          </a:xfrm>
          <a:prstGeom prst="roundRect">
            <a:avLst>
              <a:gd name="adj" fmla="val 342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08" y="2350008"/>
            <a:ext cx="310896" cy="310896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3134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mapped-port discovery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949440" y="271576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true port only ever arrives from a peer that is already connected — useless for the case where nothing has connected yet.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440680" cy="1600200"/>
          </a:xfrm>
          <a:prstGeom prst="roundRect">
            <a:avLst>
              <a:gd name="adj" fmla="val 342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4178808"/>
            <a:ext cx="310896" cy="310896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25880" y="41422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dial-back, no witnesses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25880" y="454456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“Am I reachable from outside?” is asserted from a string prefix. It is never tested.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794760"/>
            <a:ext cx="5440680" cy="1600200"/>
          </a:xfrm>
          <a:prstGeom prst="roundRect">
            <a:avLst>
              <a:gd name="adj" fmla="val 342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4178808"/>
            <a:ext cx="310896" cy="310896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41422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instrumentation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949440" y="454456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Stopwatch anywhere in lib/. Punch outcome is a four-value enum with no timestamps and the reason discarded.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give-up constant in the transport — 2 s punch, 10 s handshake, 15 s backoff, 60 s retry — was chosen by intuition. None of them came from a measurement.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 FAILURE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Maya cannot reach Noam, and nobody finds out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470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Android, cellular only,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CGNAT, IPv4 only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858768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43484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18470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09160" y="2103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Wi-Fi, port-restricted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NAT, IPv4 + working IPv6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55280" y="173736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BF0E8"/>
          </a:solidFill>
          <a:ln w="6350">
            <a:solidFill>
              <a:srgbClr val="FBF0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9385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4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friends, paired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7A4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BLE, now apart.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286207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288036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advertises her carrier’s public IP + her own local port. Both sides compute “well-connected”.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3364992"/>
            <a:ext cx="384048" cy="384048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3832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tries to add the anchor. Its firewall rule is IPv6-only; the add times out. She now has no way to ever learn her mapped port.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867912"/>
            <a:ext cx="384048" cy="384048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78992" y="388620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dials. Candidate selection prefers Noam’s IPv6 because her IPv6 socket is bound — though she has no IPv6 transit. One attempt, 10 s, no fallback to IPv4.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384048" cy="384048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78992" y="438912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 is suppressed on both sides: each sees the other as public. Had it fired, it would have targeted the local ports anyway.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873752"/>
            <a:ext cx="384048" cy="384048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873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78992" y="489204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needs a mutual friend who has Noam live right now, same address family. If the carrier maps a different port per destination, every datagram hits a closed pinhole.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5376672"/>
            <a:ext cx="384048" cy="384048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78992" y="539496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recorded. “Wrong port”, “filtered”, “no route” and “peer offline” are indistinguishable in the logs.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when it works, it works blindly: on a port-preserving NAT the guess happens to be right, the first dial succeeds, and we learn nothing.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your friends to dial you back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libp2p’s autoNAT leans on a small set of well-known dial-back nodes. We have a social graph instead. The hard half is filtering behaviour: it needs an inbound packet from an endpoint you have never sent to — which no single witness can produce for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00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3154680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3300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 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0" y="3154680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5875">
            <a:solidFill>
              <a:srgbClr val="C25E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3300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 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9552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contacted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14600" y="3566160"/>
            <a:ext cx="164592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514600" y="31821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nonce + my mapped tuple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164592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172200" y="31821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this peer, from you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508760" y="4023360"/>
            <a:ext cx="0" cy="566928"/>
          </a:xfrm>
          <a:prstGeom prst="line">
            <a:avLst/>
          </a:prstGeom>
          <a:noFill/>
          <a:ln w="19050">
            <a:solidFill>
              <a:srgbClr val="C25E2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08760" y="4590288"/>
            <a:ext cx="7315200" cy="0"/>
          </a:xfrm>
          <a:prstGeom prst="line">
            <a:avLst/>
          </a:prstGeom>
          <a:noFill/>
          <a:ln w="19050">
            <a:solidFill>
              <a:srgbClr val="C25E28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8823960" y="4023360"/>
            <a:ext cx="0" cy="566928"/>
          </a:xfrm>
          <a:prstGeom prst="line">
            <a:avLst/>
          </a:prstGeom>
          <a:noFill/>
          <a:ln w="19050">
            <a:solidFill>
              <a:srgbClr val="C25E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08760" y="46360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dial-back carrying the nonce  —  from an endpoint the probe never sent to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966960" y="3017520"/>
            <a:ext cx="1645920" cy="1920240"/>
          </a:xfrm>
          <a:prstGeom prst="roundRect">
            <a:avLst>
              <a:gd name="adj" fmla="val 3333"/>
            </a:avLst>
          </a:prstGeom>
          <a:solidFill>
            <a:srgbClr val="E7F1F1"/>
          </a:solidFill>
          <a:ln w="6350">
            <a:solidFill>
              <a:srgbClr val="E7F1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4984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arms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149840" y="3483864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IP, known port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IP, new port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IP entirely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14984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EIF / ADF / APDF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5623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trap: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witnesses are exactly the peers you already send to — ANNOUNCE every 10 s, ten punch datagrams per attempt. A dial-back from an endpoint you contacted traverses a hole </a:t>
            </a:r>
            <a:pPr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opened, and reports every NAT as far more permissive than it is. The send-history guard is not optional.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the first write-up got wrong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440680" cy="3840480"/>
          </a:xfrm>
          <a:prstGeom prst="roundRect">
            <a:avLst>
              <a:gd name="adj" fmla="val 142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48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libp2p in this stack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 transport is grassroots_dart_udx 2.1.0, a fork of dart_udx, with its own signaling and its own hole-punch path.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7490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probe on dart_libp2p would open a second socket — a different NAT mapping, measuring a different thing, and producing a decision rule for a transport we do not ship.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754880"/>
            <a:ext cx="4709160" cy="731520"/>
          </a:xfrm>
          <a:prstGeom prst="roundRect">
            <a:avLst>
              <a:gd name="adj" fmla="val 6250"/>
            </a:avLst>
          </a:prstGeom>
          <a:solidFill>
            <a:srgbClr val="E7F1F1"/>
          </a:solidFill>
          <a:ln w="12700">
            <a:solidFill>
              <a:srgbClr val="E7F1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48646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inside grassroots_networking, probing from the transport’s own socket.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874520"/>
            <a:ext cx="5440680" cy="3840480"/>
          </a:xfrm>
          <a:prstGeom prst="roundRect">
            <a:avLst>
              <a:gd name="adj" fmla="val 142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148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autoNAT is not a NAT classifier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answers “am I publicly reachable”. v2 answers “is this address dialable”, per address, with a nonce’d dial-back. Neither emits a mapping or filtering label.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374904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“Accuracy versus autoNAT” compares two things with no shared measurand.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37960" y="4754880"/>
            <a:ext cx="4709160" cy="731520"/>
          </a:xfrm>
          <a:prstGeom prst="roundRect">
            <a:avLst>
              <a:gd name="adj" fmla="val 6250"/>
            </a:avLst>
          </a:prstGeom>
          <a:solidFill>
            <a:srgbClr val="E7F1F1"/>
          </a:solidFill>
          <a:ln w="12700">
            <a:solidFill>
              <a:srgbClr val="E7F1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48646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is reachability-only; classification ground truth is an RFC 5780 oracle we stand up ourselves.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correction shrinks the project. Both make it a study of our own system rather than of someone else’s.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asking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07008" y="17830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social-graph witnesses replace designated servers?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207008" y="21488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and validate a witness-based algorithm that recovers mapping and filtering behaviour, and measure its agreement with an RFC 5780 oracle.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944368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07008" y="283464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decentralization cost?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1207008" y="32004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rate and time-to-verdict against witness count k and byzantine fraction f, with lying witnesses we operate. And the constraint that probably dominates: P(≥k witnesses online and dialable).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3995928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07008" y="388620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NAT reality for a population like ours?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207008" y="425196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Characterize each stratum on our own handsets — carrier and APN for cellular, ISP and CGNAT status for residential — then weight by published subscriber counts and per-AS end-user estimates. Cellular and residential reported apart, as an assumption bound, never a confidence interval.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5047488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7008" y="493776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the transport do at dial time?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207008" y="53035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empirical decision rule — direct, anchor-mediated, or give up — over the inputs the transport actually holds when it must decide.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8521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7F1F1"/>
          </a:solidFill>
          <a:ln w="6350">
            <a:solidFill>
              <a:srgbClr val="E7F1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59893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 tuple, not a “NAT type”: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behaviour × filtering behaviour × port preservation × mapping lifetime, plus CGNAT-suspected and IPv6 availability. Any single label is a derived column, marked as such.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months, with exit criteria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46504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6F9F9"/>
          </a:solidFill>
          <a:ln w="6350">
            <a:solidFill>
              <a:srgbClr val="F6F9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87452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80136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+ strata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971800" y="180136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Measurand in RFC 4787/5780 terms, threat model, aggregation rule, stratum design and testbed inventory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269480" y="180136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 with the test-to-witness-topology table; strata defined, weight sources named, kit list costed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4944" y="251460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44144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+ bench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71800" y="244144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5780 server on two IPs × two ports; netfilter and CPE bench, with address-dependent mapping built deliberately — no netfilter flag produces it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269480" y="24414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≥8 configs, all three mapping classes present, ≥95% agreement with construction labels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026664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6F9F9"/>
          </a:solidFill>
          <a:ln w="6350">
            <a:solidFill>
              <a:srgbClr val="F6F9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" y="315468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081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v1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971800" y="308152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Nonce’d dial-back, relayed filtering test, contamination guard, anti-amplification defences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69480" y="308152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≥90% agreement with the oracle on the bench; three adversarial properties proven in tests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4944" y="379476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34440" y="372160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971800" y="372160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autoNAT v1/v2 sidecar; back-to-back harness; sweep k against byzantine fraction f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69480" y="372160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CSV row per device/network/epoch with all four verdicts, latency, bytes, battery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306824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6F9F9"/>
          </a:solidFill>
          <a:ln w="6350">
            <a:solidFill>
              <a:srgbClr val="F6F9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4944" y="443484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34440" y="436168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campaign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971800" y="436168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stratum: ≥2 SIMs × ≥2 handset stacks per carrier, screen on/off, roaming triggered deliberately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69480" y="436168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stratum characterized with its homogeneity check; disagreement splits a stratum; unreached strata listed with their weight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" y="5074920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234440" y="500176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Prevalence + rule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2971800" y="500176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strata into prevalence with the four-arm sensitivity analysis; fit the transport rule; measure address exposure; write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69480" y="500176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with weight table, denominator and date; dominant envelope named; predicate table validated on a held-out split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269480" y="1481328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CRITERION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971800" y="148132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IP allocation and firewall work in week 1 — that is latency you cannot absorb in month 2.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to lock before starting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18541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dart_libp2p is rejected and the probe lives on the transport’s own socket.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172200" y="18745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shape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72200" y="218541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go-libp2p sidecar (high fidelity, Android-only) or same-socket reimplementation?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9718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claim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28269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or the measurement? Both cannot be first-class in six months.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172200" y="29718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hosting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72200" y="328269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provisions the dual-homed server — and can it come from the /96 already reserved?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0690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 IPv4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437997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data-plane rule is IPv6-only, excluding exactly the CGNAT population we target.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172200" y="40690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budget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72200" y="437997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handsets and SIMs, and which carriers? Each SIM buys one (carrier, APN, plan) cell — two per carrier before homogeneity is checked rather than assumed.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25323F"/>
          </a:solidFill>
          <a:ln w="6350">
            <a:solidFill>
              <a:srgbClr val="2532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6811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E9A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independent of this project: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 target from PUNCH_INITIATE is never checked for global routability, the mediator’s pending map has no TTL, and the stream framer trusts an unbounded 32-bit length. Someone’s backlog needs these.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Grassroots NAT Detection</dc:title>
  <dc:subject>PptxGenJS Presentation</dc:subject>
  <dc:creator>Dan Bachar</dc:creator>
  <cp:lastModifiedBy>Dan Bachar</cp:lastModifiedBy>
  <cp:revision>1</cp:revision>
  <dcterms:created xsi:type="dcterms:W3CDTF">2026-08-13T06:33:18Z</dcterms:created>
  <dcterms:modified xsi:type="dcterms:W3CDTF">2026-08-13T06:33:18Z</dcterms:modified>
</cp:coreProperties>
</file>