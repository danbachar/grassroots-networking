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months, one student, inside grassroots_networking. The deliverable is the detection algorithm, validated on a testbed we control; the prevalence measurement follows from the same campaign.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wildcard sockets on port 0, so the port changes on every rebind. The mapped port is only ever learned from ADDR_REFLECT, which needs a session that already works — no use for a first contact. The ten-second announce doubles as the de facto NAT keepalive.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Filtering is the second axis: which inbound traffic is admitted on an existing mapping, endpoint-independent through address-and-port-dependent. Mapping decides whether a port can be predicted at all; filtering decides whether the arriving packet is let through. Port preservation is why the current code sometimes works by accident, and mapping lifetime sets the keepalive interval.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Confirmed in source at grassroots_network.dart:3369. This is the clearest motivation for the project: the system cannot distinguish a public address from a reachable one, and every consequence follows from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Reflections from friends at distinct addresses give mapping behavior. Filtering follows from where the dial-backs come from, classified against our own send history: a friend we have a session with, the same friend on a fresh source port, and a friend we have never transmitted to. No friend is ever asked to dial anyone but us, so there is no amplification vector and no relaying for non-friends, which the signaling design forbids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Contamination is the one that would quietly invalidate a field campaign: it biases in the direction that looks like good news. We publish the label difference between contaminated and clean runs as a result in its own right. The aggregation asymmetry follows from the nonce being unforgeable while a claimed failure is free.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correctness claim rests on the bench, where labels are known by construction. The reference server needs two public addresses and two ports per family. Default masquerade reads endpoint-independent and --random-fully reads address-and-port-dependent, so the middle class comes from per-destination SNAT via nftables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SIM buys one carrier-APN-plan cell, not a whole carrier, so budget roughly double the naive count. A residual stratum — tethering, VPN and private relay, fixed wireless, enterprise — is carried unmeasured at its best available weight, which is what lets the weight table sum to the denominator.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milestone carries an exit criterion in the written brief: ninety-five percent agreement with construction labels on the bench, ninety percent for the witness algorithm, and three adversarial properties proven in tests before the campaign begins.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anchor is IPv6-only in its data plane, which excludes the IPv4-only CGNAT population the study targets; that is a fifth decision and it also affects the product. Three unrelated defects found while surveying the transport are listed in the 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691640"/>
            <a:ext cx="1371600" cy="54864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flipH="1">
            <a:off x="9966960" y="2240280"/>
            <a:ext cx="685800" cy="8229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3063240"/>
            <a:ext cx="1005840" cy="50292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0" y="4251960"/>
            <a:ext cx="960120" cy="59436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06840" y="2651760"/>
            <a:ext cx="594360" cy="1600200"/>
          </a:xfrm>
          <a:prstGeom prst="line">
            <a:avLst/>
          </a:prstGeom>
          <a:noFill/>
          <a:ln w="12700">
            <a:solidFill>
              <a:srgbClr val="3C4F5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326880" y="155448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0" y="210312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29800" y="292608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0" y="34290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64040" y="41148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561320" y="4709160"/>
            <a:ext cx="274320" cy="27432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0" y="2514600"/>
            <a:ext cx="274320" cy="27432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1031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GRASSROOTS NETWORKING  ·  STUDENT PROJECT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256032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detection and</a:t>
            </a:r>
            <a:endParaRPr lang="en-US" sz="4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 punching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" y="43434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Determining NAT behavior from the social graph, without designated servers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8521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Bachar</a:t>
            </a:r>
            <a:pPr indent="0" marL="0">
              <a:buNone/>
            </a:pPr>
            <a:r>
              <a:rPr lang="en-US" sz="13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dan.bachar@campus.technion.ac.il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current IP path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address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907792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17520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Announce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73752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29784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39512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one candidate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095744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51776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1504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17736" y="2148840"/>
            <a:ext cx="2560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573768" y="214884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83496" y="2148840"/>
            <a:ext cx="17465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 UDX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405079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93192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advertise the discovered public IP with our own local port.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85800" y="448970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37083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candidate, one attempt, ten-second timeout, no fallback.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85800" y="492861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80974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timestamps and no failure reason: neither outcome teaches us anything.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MUST DISTINGUISH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 behavior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434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95160" y="1965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ON HOLE PUNCHING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276856"/>
            <a:ext cx="11064240" cy="768096"/>
          </a:xfrm>
          <a:prstGeom prst="roundRect">
            <a:avLst>
              <a:gd name="adj" fmla="val 7143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33172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Endpoint-independent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43400" y="233172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home routers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5160" y="2331720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external port for every destination. Punching works.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85800" y="31729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Address-dependent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43400" y="317296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enterprise NATs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95160" y="3172968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port per destination address. Both sides must punch.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548640" y="3959352"/>
            <a:ext cx="11064240" cy="768096"/>
          </a:xfrm>
          <a:prstGeom prst="roundRect">
            <a:avLst>
              <a:gd name="adj" fmla="val 7143"/>
            </a:avLst>
          </a:prstGeom>
          <a:solidFill>
            <a:srgbClr val="F6F9F9"/>
          </a:solidFill>
          <a:ln w="6350">
            <a:solidFill>
              <a:srgbClr val="F6F9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01421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Address-and-port-dependent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343400" y="401421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mobile carriers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995160" y="401421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port per endpoint. Punching fails without prediction.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85800" y="485546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5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Carrier-grade NAT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43400" y="4855464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prepaid mobile data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95160" y="4855464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Stacked above all of it. No unsolicited inbound at all.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measure the tuple — mapping, filtering, port preservation, lifetime — never a single type.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BOOLEAN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Self-classification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120640" cy="1371600"/>
          </a:xfrm>
          <a:prstGeom prst="roundRect">
            <a:avLst>
              <a:gd name="adj" fmla="val 4000"/>
            </a:avLst>
          </a:prstGeom>
          <a:solidFill>
            <a:srgbClr val="25323F"/>
          </a:solidFill>
          <a:ln w="6350">
            <a:solidFill>
              <a:srgbClr val="25323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31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isWellConnected = true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7889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routability test over the advertised string.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72200" y="2103120"/>
            <a:ext cx="5303520" cy="1371600"/>
          </a:xfrm>
          <a:prstGeom prst="roundRect">
            <a:avLst>
              <a:gd name="adj" fmla="val 4000"/>
            </a:avLst>
          </a:prstGeom>
          <a:solidFill>
            <a:srgbClr val="3A2A22"/>
          </a:solidFill>
          <a:ln w="6350">
            <a:solidFill>
              <a:srgbClr val="3A2A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3317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8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CGNAT handset passes it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743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8C3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sees its own inner address.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23367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4114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punch is then suppressed for the peers that need it.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672584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55371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 reflects addresses and mediates for its friends.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85800" y="5111496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public address is not being reachable at it.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Witness-based detection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" y="2880360"/>
            <a:ext cx="2286000" cy="1005840"/>
          </a:xfrm>
          <a:prstGeom prst="roundRect">
            <a:avLst>
              <a:gd name="adj" fmla="val 5455"/>
            </a:avLst>
          </a:prstGeom>
          <a:solidFill>
            <a:srgbClr val="EEF3F4"/>
          </a:solidFill>
          <a:ln w="1778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3063240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34107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device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75320" y="196596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0" y="20939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412480" y="2404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open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 flipV="1">
            <a:off x="3337560" y="2400300"/>
            <a:ext cx="4937760" cy="98298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8275320" y="306324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1912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B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412480" y="35021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source port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337560" y="3383280"/>
            <a:ext cx="4937760" cy="114300"/>
          </a:xfrm>
          <a:prstGeom prst="line">
            <a:avLst/>
          </a:prstGeom>
          <a:noFill/>
          <a:ln w="17780">
            <a:solidFill>
              <a:srgbClr val="0E7C86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8275320" y="4160520"/>
            <a:ext cx="3017520" cy="868680"/>
          </a:xfrm>
          <a:prstGeom prst="roundRect">
            <a:avLst>
              <a:gd name="adj" fmla="val 6316"/>
            </a:avLst>
          </a:prstGeom>
          <a:solidFill>
            <a:srgbClr val="EEF3F4"/>
          </a:solidFill>
          <a:ln w="1651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428853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Friend C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12480" y="45994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contacted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337560" y="3383280"/>
            <a:ext cx="4937760" cy="1211580"/>
          </a:xfrm>
          <a:prstGeom prst="line">
            <a:avLst/>
          </a:prstGeom>
          <a:noFill/>
          <a:ln w="17780">
            <a:solidFill>
              <a:srgbClr val="C25E28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1051560" y="4069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dial-back carries the nonce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5800" y="53766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2578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friends. The probe asks each of them directly.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85800" y="577900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566013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dial back from different addresses and ports.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685800" y="6181344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6062472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in each reply makes a fabricated dial-back impossible.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INVALIDATE 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validity threats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2377440"/>
            <a:ext cx="365760" cy="365760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Contamination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051560" y="3456432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Witnesses are the peers we already transmit to.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051560" y="3840480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7160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our own mapping, not the NAT rule.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1051560" y="4224528"/>
            <a:ext cx="118872" cy="118872"/>
          </a:xfrm>
          <a:prstGeom prst="ellipse">
            <a:avLst/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Guard: a per-test send history discards contacted sources.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2103120"/>
            <a:ext cx="5212080" cy="2651760"/>
          </a:xfrm>
          <a:prstGeom prst="roundRect">
            <a:avLst>
              <a:gd name="adj" fmla="val 2069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29400" y="2377440"/>
            <a:ext cx="365760" cy="3657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2940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Dishonest witnesses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629400" y="345643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3337560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nonce cannot be forged, but a failure can be fabricated.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629400" y="384048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3721608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verified success proves reachability.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629400" y="42245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0" y="4105656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Unreachability needs k independent failures.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studied on the bench, where we operate every witness and know who lied.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CLAIM IS ESTABLISHED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in two tiers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286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514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514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971800" y="2286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Eight-plus configurations, labeled by construction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15400" y="2286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is legitimate here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429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657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57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71800" y="3429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count k against byzantine fraction f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15400" y="3429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operate every witness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572000"/>
            <a:ext cx="10789920" cy="960120"/>
          </a:xfrm>
          <a:prstGeom prst="roundRect">
            <a:avLst>
              <a:gd name="adj" fmla="val 5714"/>
            </a:avLst>
          </a:prstGeom>
          <a:solidFill>
            <a:srgbClr val="EEF3F4"/>
          </a:solidFill>
          <a:ln w="6350">
            <a:solidFill>
              <a:srgbClr val="EE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800600"/>
            <a:ext cx="1737360" cy="502920"/>
          </a:xfrm>
          <a:prstGeom prst="roundRect">
            <a:avLst>
              <a:gd name="adj" fmla="val 9091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8006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45720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handsets and SIMs across every stratum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915400" y="45720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agreement, never accuracy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5800" y="56235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Address-dependent mapping is built deliberately; no netfilter flag produces it.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5800" y="598932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autoNAT reports reachability only, so classification is validated against the RFC 5780 server.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PREVALENCE COSTS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testbed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404872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860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behavior is a property of the path, not the subscriber.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85800" y="2971800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52928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stratum is one carrier, APN and PDN type; or one ISP and CGNAT status.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85800" y="3538728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419856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SIMs and two handset stacks per carrier, before assuming homogeneity.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85800" y="4105656"/>
            <a:ext cx="118872" cy="118872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86784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from published subscriber counts, never announced address space.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4892040"/>
            <a:ext cx="10789920" cy="914400"/>
          </a:xfrm>
          <a:prstGeom prst="roundRect">
            <a:avLst>
              <a:gd name="adj" fmla="val 6000"/>
            </a:avLst>
          </a:prstGeom>
          <a:solidFill>
            <a:srgbClr val="E7F1F1"/>
          </a:solidFill>
          <a:ln w="6350">
            <a:solidFill>
              <a:srgbClr val="E7F1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5074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A5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census of strata, not a sample: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probabilistic sampling within a stratum, so we report sensitivity ranges and never confidence intervals.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0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six-month plan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37744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37744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1–2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337560" y="23774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Measurand and adversary model; reference server; labeled bench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85800" y="356616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5661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3–4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37560" y="35661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algorithm; autoNAT baseline; the k against f sweep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2286000" cy="914400"/>
          </a:xfrm>
          <a:prstGeom prst="roundRect">
            <a:avLst>
              <a:gd name="adj" fmla="val 6000"/>
            </a:avLst>
          </a:prstGeom>
          <a:solidFill>
            <a:srgbClr val="C25E28"/>
          </a:solidFill>
          <a:ln w="12700">
            <a:solidFill>
              <a:srgbClr val="C25E2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4754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5–6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337560" y="47548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3E4C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Strata campaign; prevalence; decision rule; submission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25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one: two public addresses, firewall rules, SIMs and handsets. They gate month two.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WORK BEGINS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04672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decisions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8580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claim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8580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algorithm or the measurement, not both.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63640" y="22860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autoNAT baseline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263640" y="272491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Android-only sidecar, or our own reimplementation.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8580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 server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8580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provisions it, and from which address block.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63640" y="3749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Testbed budget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263640" y="41879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7C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SIM covers one carrier, APN and plan.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85800" y="55778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7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written brief carries the detail: measurand, threat model, milestones, exit criteria.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detection and hole punching</dc:title>
  <dc:subject>PptxGenJS Presentation</dc:subject>
  <dc:creator>Dan Bachar</dc:creator>
  <cp:lastModifiedBy>Dan Bachar</cp:lastModifiedBy>
  <cp:revision>1</cp:revision>
  <dcterms:created xsi:type="dcterms:W3CDTF">2026-08-13T12:16:43Z</dcterms:created>
  <dcterms:modified xsi:type="dcterms:W3CDTF">2026-08-13T12:16:43Z</dcterms:modified>
</cp:coreProperties>
</file>