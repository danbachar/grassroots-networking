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months, one student, inside grassroots_networking. The deliverable is the detection algorithm, validated on a testbed we control; the prevalence measurement follows from the same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wildcard sockets on port 0, so the port changes on every rebind. The mapped port is only ever learned from ADDR_REFLECT, which needs a session that already works — no use for a first contact. The ten-second announce doubles as the de facto NAT keepalive.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in source at grassroots_network.dart:3369. This is the clearest motivation for the project: the system cannot distinguish a public address from a reachable one, and every consequence follows from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Reflection from two friends at distinct addresses recovers mapping behavior; ADDR_REFLECT already does half of it. Filtering is the harder half and needs the relay, since no single witness can produce a packet from an endpoint the probe has never contacted. Three source variants separate EIF, ADF and APDF.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Contamination is the one that would quietly invalidate a field campaign: it biases in the direction that looks like good news. We publish the label difference between contaminated and clean runs as a result in its own right. The aggregation asymmetry follows from the nonce being unforgeable while a claimed failure is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464XLAT path the thing characterized is the carrier translator, which RFC 4787 describes only partially; on native IPv6 there is no mapping at all and only filtering, so mapping and port preservation are N/A rather than absent. CGNAT status and IPv6 availability are recorded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correctness claim rests on the bench, where labels are known by construction. The reference server needs two public addresses and two ports per family. Default masquerade reads endpoint-independent and --random-fully reads address-and-port-dependent, so the middle class comes from per-destination SNAT via nftables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SIM buys one carrier-APN-plan cell, not a whole carrier, so budget roughly double the naive count. A residual stratum — tethering, VPN and private relay, fixed wireless, enterprise — is carried unmeasured at its best available weight, which is what lets the weight table sum to the denominator.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milestone carries an exit criterion in the written brief: ninety-five percent agreement with construction labels on the bench, ninety percent for the witness algorithm, and three adversarial properties proven in tests before the campaign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anchor is IPv6-only in its data plane, which excludes the IPv4-only CGNAT population the study targets; that is a fifth decision and it also affects the product. Three unrelated defects found while surveying the transport are listed in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691640"/>
            <a:ext cx="1371600" cy="54864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966960" y="2240280"/>
            <a:ext cx="685800" cy="8229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3063240"/>
            <a:ext cx="1005840" cy="50292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4251960"/>
            <a:ext cx="960120" cy="5943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06840" y="2651760"/>
            <a:ext cx="594360" cy="160020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155448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0" y="210312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29800" y="292608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0" y="34290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64040" y="41148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61320" y="470916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0" y="25146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103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GRASSROOTS NETWORKING  ·  STUDENT PROJECT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25603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 detection and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 punching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" y="4343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Determining NAT behavior from the social graph, without designated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Bachar</a:t>
            </a:r>
            <a:pPr indent="0" marL="0">
              <a:buNone/>
            </a:pPr>
            <a:r>
              <a:rPr lang="en-US" sz="13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dan.bachar@campus.technion.ac.il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IP path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address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907792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Announce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73752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29784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9512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one candidate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95744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51776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1504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17736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73768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83496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 UDX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05079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3192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advertise the discovered public IP with our own local port.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85800" y="448970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7083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candidate, one attempt, ten-second timeout, no fallback.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85800" y="492861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0974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timestamps and no failure reason: neither outcome teaches us anything.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BOOLEAN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Self-classification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120640" cy="1371600"/>
          </a:xfrm>
          <a:prstGeom prst="roundRect">
            <a:avLst>
              <a:gd name="adj" fmla="val 4000"/>
            </a:avLst>
          </a:prstGeom>
          <a:solidFill>
            <a:srgbClr val="25323F"/>
          </a:solidFill>
          <a:ln w="6350">
            <a:solidFill>
              <a:srgbClr val="2532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31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isWellConnected = true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routability test over the advertised string.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3A2A22"/>
          </a:solidFill>
          <a:ln w="6350">
            <a:solidFill>
              <a:srgbClr val="3A2A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CGNAT handset passes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sees its own inner address.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3367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 is then suppressed for the peers that need it.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672584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5371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reflects addresses and mediates for its friends.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11496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public address is not being reachable at it.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Witness-based detection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" y="265176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8163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92040" y="265176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28163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 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friend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32520" y="265176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1651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23960" y="28163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2396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contacted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37560" y="3108960"/>
            <a:ext cx="146304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337560" y="2706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nonce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78040" y="3108960"/>
            <a:ext cx="146304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178040" y="2706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48840" y="3566160"/>
            <a:ext cx="0" cy="548640"/>
          </a:xfrm>
          <a:prstGeom prst="line">
            <a:avLst/>
          </a:prstGeom>
          <a:noFill/>
          <a:ln w="19050">
            <a:solidFill>
              <a:srgbClr val="C25E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8840" y="4114800"/>
            <a:ext cx="7680960" cy="0"/>
          </a:xfrm>
          <a:prstGeom prst="line">
            <a:avLst/>
          </a:prstGeom>
          <a:noFill/>
          <a:ln w="19050">
            <a:solidFill>
              <a:srgbClr val="C25E28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9829800" y="3566160"/>
            <a:ext cx="0" cy="548640"/>
          </a:xfrm>
          <a:prstGeom prst="line">
            <a:avLst/>
          </a:prstGeom>
          <a:noFill/>
          <a:ln w="19050">
            <a:solidFill>
              <a:srgbClr val="C25E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dial-back carrying the nonce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523951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12064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act as witnesses, in place of designated dial-back servers.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85800" y="567842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555955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was never contacted, so filtering behavior is genuinely tested.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INVALIDATE THE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validity threats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77440"/>
            <a:ext cx="365760" cy="36576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Contamination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51560" y="345643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are the peers we already transmit 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51560" y="3840480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our own mapping, not the NAT rule.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51560" y="4224528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 per-test send history discards contacted sources.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2377440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Dishonest witnesses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629400" y="345643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nonce cannot be forged, but a failure can be fabricated.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629400" y="384048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verified success proves reachability.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42245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Unreachability needs k independent failures.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studied on the bench, where we operate every witness and know who lied.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RECORDED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measurand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47472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05256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lifetime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14223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02336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tuple, not a NAT type; a single label is derived, never measured.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85800" y="458114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46227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per address family and per translation path.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85800" y="502005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90118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autoNAT reports reachability only, so it cannot be the ground truth.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85800" y="545896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534009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is validated against an RFC 5780 server we operate.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CLAIM IS ESTABLISHED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in two tiers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514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71800" y="2286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Eight-plus configurations, labeled by construction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15400" y="2286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legitimate here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429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657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71800" y="3429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count k against byzantine fraction 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3429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every witness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800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0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71800" y="4572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handsets and SIMs across every stratum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15400" y="4572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agreement, never 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Address-dependent mapping is built deliberately; no netfilter flag produces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PREVALENCE COSTS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testbed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4048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860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behavior is a property of the path, not the subscriber.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52928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stratum is one carrier, APN and PDN type; or one ISP and CGNAT status.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35387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41985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SIMs and two handset stacks per carrier, before assuming homogeneity.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10565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8678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from published subscriber counts, never announced address space.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89204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7F1F1"/>
          </a:solidFill>
          <a:ln w="6350">
            <a:solidFill>
              <a:srgbClr val="E7F1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census of strata, not a sample: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probabilistic sampling within a stratum, so we report sensitivity ranges and never confidence intervals.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six-month plan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1–2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Measurand and adversary model; reference server; labeled bench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85800" y="35661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5661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3–4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56616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algorithm; autoNAT baseline; the k against f sweep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54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5–6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7548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Strata campaign; prevalence; decision rule; submission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one: two public addresses, firewall rules, SIMs and handsets. They gate month two.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WORK BEGINS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decisions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claim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or the measurement, not both.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autoNAT baseline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26364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Android-only sidecar, or our own reimplementation.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server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580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provisions it, and from which address block.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6364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budget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26364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SIM covers one carrier, APN and plan.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written brief carries the detail: measurand, threat model, milestones, exit criteria.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 detection and hole punching</dc:title>
  <dc:subject>PptxGenJS Presentation</dc:subject>
  <dc:creator>Dan Bachar</dc:creator>
  <cp:lastModifiedBy>Dan Bachar</cp:lastModifiedBy>
  <cp:revision>1</cp:revision>
  <dcterms:created xsi:type="dcterms:W3CDTF">2026-08-13T10:16:34Z</dcterms:created>
  <dcterms:modified xsi:type="dcterms:W3CDTF">2026-08-13T10:16:34Z</dcterms:modified>
</cp:coreProperties>
</file>